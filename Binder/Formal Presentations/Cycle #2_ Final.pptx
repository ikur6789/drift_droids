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7.xml"/><Relationship Id="rId22" Type="http://schemas.openxmlformats.org/officeDocument/2006/relationships/font" Target="fonts/Oswald-bold.fntdata"/><Relationship Id="rId10" Type="http://schemas.openxmlformats.org/officeDocument/2006/relationships/slide" Target="slides/slide6.xml"/><Relationship Id="rId21" Type="http://schemas.openxmlformats.org/officeDocument/2006/relationships/font" Target="fonts/Oswald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Make sure to talk about testing and design. Bryan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Bryan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Shape 6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Bryan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Bryan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Bryan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Shape 13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Shape 13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Shape 10"/>
          <p:cNvGrpSpPr/>
          <p:nvPr/>
        </p:nvGrpSpPr>
        <p:grpSpPr>
          <a:xfrm>
            <a:off x="4350278" y="2855377"/>
            <a:ext cx="443588" cy="105632"/>
            <a:chOff x="4137525" y="2915950"/>
            <a:chExt cx="869100" cy="207000"/>
          </a:xfrm>
        </p:grpSpPr>
        <p:sp>
          <p:nvSpPr>
            <p:cNvPr id="11" name="Shape 11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2" name="Shape 1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rIns="91425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Shape 14"/>
          <p:cNvSpPr txBox="1"/>
          <p:nvPr>
            <p:ph type="ctrTitle"/>
          </p:nvPr>
        </p:nvSpPr>
        <p:spPr>
          <a:xfrm>
            <a:off x="671257" y="990800"/>
            <a:ext cx="7801500" cy="17301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7" name="Shape 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8" name="Shape 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4" name="Shape 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41" name="Shape 4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Shape 42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43" name="Shape 43"/>
          <p:cNvSpPr txBox="1"/>
          <p:nvPr>
            <p:ph idx="1" type="subTitle"/>
          </p:nvPr>
        </p:nvSpPr>
        <p:spPr>
          <a:xfrm>
            <a:off x="265500" y="2845200"/>
            <a:ext cx="4045200" cy="13455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52" name="Shape 5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SzPct val="100000"/>
              <a:buFont typeface="Average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accent3"/>
              </a:buClr>
              <a:buFont typeface="Average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document/d/16sNxGhJ6PThSeQxFBn2BS0ppdGy79_i2oUbajpSN0Us/edit" TargetMode="External"/><Relationship Id="rId4" Type="http://schemas.openxmlformats.org/officeDocument/2006/relationships/hyperlink" Target="https://docs.google.com/spreadsheets/d/11wq1EPx1yo56oITw4SLVPLU95PMEjYNOuLv-Z8sCR7s/edit#gid=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ctrTitle"/>
          </p:nvPr>
        </p:nvSpPr>
        <p:spPr>
          <a:xfrm>
            <a:off x="671257" y="990800"/>
            <a:ext cx="7801500" cy="1730100"/>
          </a:xfrm>
          <a:prstGeom prst="rect">
            <a:avLst/>
          </a:prstGeom>
        </p:spPr>
        <p:txBody>
          <a:bodyPr anchorCtr="0" anchor="b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Cycle #2: Final</a:t>
            </a:r>
          </a:p>
        </p:txBody>
      </p:sp>
      <p:sp>
        <p:nvSpPr>
          <p:cNvPr id="60" name="Shape 60"/>
          <p:cNvSpPr txBox="1"/>
          <p:nvPr>
            <p:ph idx="1" type="subTitle"/>
          </p:nvPr>
        </p:nvSpPr>
        <p:spPr>
          <a:xfrm>
            <a:off x="671250" y="3174875"/>
            <a:ext cx="7801500" cy="7926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By: Bryan Berrent, Ian Kurzrock, Brian Malsan, 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Alex Stewart, Matt Thauvette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System Intent</a:t>
            </a:r>
          </a:p>
        </p:txBody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Drift droids is a game where players develop miniAT-driven vehicles that race around a track.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Cycle Intent</a:t>
            </a:r>
          </a:p>
        </p:txBody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Build upon current MVP by implementing miniAT controlled vehicles, expand user customization, fixup under laying friction map, and improve collision with the environment and other vehicles.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600"/>
              <a:t>Tools</a:t>
            </a:r>
          </a:p>
        </p:txBody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ct val="100000"/>
              <a:buFont typeface="Oswald"/>
            </a:pPr>
            <a:r>
              <a:rPr lang="en" sz="2400">
                <a:latin typeface="Oswald"/>
                <a:ea typeface="Oswald"/>
                <a:cs typeface="Oswald"/>
                <a:sym typeface="Oswald"/>
              </a:rPr>
              <a:t>Code::Blocks - IDE</a:t>
            </a: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ct val="100000"/>
              <a:buFont typeface="Oswald"/>
            </a:pPr>
            <a:r>
              <a:rPr lang="en" sz="2400">
                <a:latin typeface="Oswald"/>
                <a:ea typeface="Oswald"/>
                <a:cs typeface="Oswald"/>
                <a:sym typeface="Oswald"/>
              </a:rPr>
              <a:t>Scons - build program</a:t>
            </a: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ct val="100000"/>
              <a:buFont typeface="Oswald"/>
            </a:pPr>
            <a:r>
              <a:rPr lang="en" sz="2400">
                <a:latin typeface="Oswald"/>
                <a:ea typeface="Oswald"/>
                <a:cs typeface="Oswald"/>
                <a:sym typeface="Oswald"/>
              </a:rPr>
              <a:t>Git/BitBucket - repository</a:t>
            </a: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ct val="100000"/>
              <a:buFont typeface="Oswald"/>
            </a:pPr>
            <a:r>
              <a:rPr lang="en" sz="2400">
                <a:latin typeface="Oswald"/>
                <a:ea typeface="Oswald"/>
                <a:cs typeface="Oswald"/>
                <a:sym typeface="Oswald"/>
              </a:rPr>
              <a:t>SMS group chat - communication</a:t>
            </a:r>
          </a:p>
          <a:p>
            <a:pPr indent="-381000" lvl="0" marL="457200" rtl="0">
              <a:spcBef>
                <a:spcPts val="0"/>
              </a:spcBef>
              <a:spcAft>
                <a:spcPts val="0"/>
              </a:spcAft>
              <a:buSzPct val="100000"/>
              <a:buFont typeface="Oswald"/>
            </a:pPr>
            <a:r>
              <a:rPr lang="en" sz="2400">
                <a:latin typeface="Oswald"/>
                <a:ea typeface="Oswald"/>
                <a:cs typeface="Oswald"/>
                <a:sym typeface="Oswald"/>
              </a:rPr>
              <a:t>Google Drive - file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Our Testing Process</a:t>
            </a:r>
          </a:p>
        </p:txBody>
      </p:sp>
      <p:sp>
        <p:nvSpPr>
          <p:cNvPr id="89" name="Shape 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228600" lvl="0" marL="457200" rtl="0">
              <a:spcBef>
                <a:spcPts val="0"/>
              </a:spcBef>
            </a:pPr>
            <a:r>
              <a:rPr lang="en"/>
              <a:t>Coders and testers get together to create design documents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We split up and coders get to coding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Once the code is written an executable is sent to the testers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Testers fill out first part of testing spreadsheet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Send test results back to coders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Coders attempt to fix any issues found and fills out rest of testing spreadsheet</a:t>
            </a:r>
          </a:p>
          <a:p>
            <a:pPr indent="-228600" lvl="0" marL="457200" rtl="0">
              <a:spcBef>
                <a:spcPts val="0"/>
              </a:spcBef>
            </a:pPr>
            <a:r>
              <a:rPr lang="en"/>
              <a:t>Coders decide if more testing is needed for the fixes.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Design Doc and Testing Spreadsheet</a:t>
            </a:r>
          </a:p>
        </p:txBody>
      </p:sp>
      <p:sp>
        <p:nvSpPr>
          <p:cNvPr id="95" name="Shape 9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228600" lvl="0" marL="457200" rtl="0">
              <a:spcBef>
                <a:spcPts val="0"/>
              </a:spcBef>
            </a:pPr>
            <a:r>
              <a:rPr lang="en" u="sng">
                <a:solidFill>
                  <a:schemeClr val="hlink"/>
                </a:solidFill>
                <a:hlinkClick r:id="rId3"/>
              </a:rPr>
              <a:t>Design Document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  <a:p>
            <a:pPr indent="-228600" lvl="0" marL="457200">
              <a:spcBef>
                <a:spcPts val="0"/>
              </a:spcBef>
            </a:pPr>
            <a:r>
              <a:rPr lang="en" u="sng">
                <a:solidFill>
                  <a:schemeClr val="hlink"/>
                </a:solidFill>
                <a:hlinkClick r:id="rId4"/>
              </a:rPr>
              <a:t>Testing Spreadsheet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Features Added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600"/>
              <a:t>Friction Map</a:t>
            </a:r>
          </a:p>
        </p:txBody>
      </p:sp>
      <p:sp>
        <p:nvSpPr>
          <p:cNvPr id="106" name="Shape 10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Underneath the pretty map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Car detects different colors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Collision slide will go in more depth in how this 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Our current Friction Map</a:t>
            </a:r>
          </a:p>
        </p:txBody>
      </p:sp>
      <p:pic>
        <p:nvPicPr>
          <p:cNvPr descr="friction_map.png" id="112" name="Shape 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5775" y="1017725"/>
            <a:ext cx="5792449" cy="387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600"/>
              <a:t>Collision</a:t>
            </a:r>
          </a:p>
        </p:txBody>
      </p:sp>
      <p:sp>
        <p:nvSpPr>
          <p:cNvPr id="118" name="Shape 1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Green= Car moves at normal speed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Blue= Car moves at normal speed; functions as a finish line and updates the lap counter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Red= Car comes to a stop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Yellow= Car moves at a slower speed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3600"/>
              <a:t>Music</a:t>
            </a:r>
          </a:p>
        </p:txBody>
      </p:sp>
      <p:sp>
        <p:nvSpPr>
          <p:cNvPr id="124" name="Shape 1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Music plays until the program is terminated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Uses .wav files, but surprisingly has support for some other audio formats as well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Can be any sound you want</a:t>
            </a:r>
          </a:p>
          <a:p>
            <a:pPr indent="-381000" lvl="0" marL="457200">
              <a:spcBef>
                <a:spcPts val="0"/>
              </a:spcBef>
              <a:buSzPct val="100000"/>
            </a:pPr>
            <a:r>
              <a:rPr lang="en" sz="2400"/>
              <a:t>Passed in via Command Line argument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3600"/>
              <a:t>Scoring System</a:t>
            </a:r>
          </a:p>
        </p:txBody>
      </p:sp>
      <p:sp>
        <p:nvSpPr>
          <p:cNvPr id="130" name="Shape 1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Start and Finish Line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Game ends after 2 laps</a:t>
            </a:r>
          </a:p>
          <a:p>
            <a:pPr indent="-381000" lvl="0" marL="457200" rtl="0">
              <a:spcBef>
                <a:spcPts val="0"/>
              </a:spcBef>
              <a:buSzPct val="100000"/>
            </a:pPr>
            <a:r>
              <a:rPr lang="en" sz="2400"/>
              <a:t>Detects your fastest lap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Demo of Product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>
            <p:ph idx="1" type="body"/>
          </p:nvPr>
        </p:nvSpPr>
        <p:spPr>
          <a:xfrm>
            <a:off x="311700" y="540325"/>
            <a:ext cx="5768700" cy="37749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Questions? Comments? Concerns?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